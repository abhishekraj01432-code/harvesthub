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2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605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HarvestHub is a full-stack farm management app: Angular frontend, Spring Boot REST backend, MySQL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-548640"/>
            <a:ext cx="5120640" cy="5120640"/>
          </a:xfrm>
          <a:prstGeom prst="ellipse">
            <a:avLst/>
          </a:prstGeom>
          <a:solidFill>
            <a:srgbClr val="1B4122"/>
          </a:solidFill>
          <a:ln w="12700">
            <a:solidFill>
              <a:srgbClr val="1B41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91440"/>
            <a:ext cx="3840480" cy="3840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731520"/>
            <a:ext cx="2560320" cy="25603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MANAGEMENT PLATFORM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HarvestHub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Crops, fields, expenses, harvests, equipment and rotation planning, all in one place.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931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65960" y="39319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65960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4.1.1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94760" y="3931920"/>
            <a:ext cx="914400" cy="384048"/>
          </a:xfrm>
          <a:prstGeom prst="roundRect">
            <a:avLst>
              <a:gd name="adj" fmla="val 47619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94760" y="3931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HARVESTHUB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data should not live in ten places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5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notes and spreadsheets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maintenance schedules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cost vs. harvest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3931920" cy="17373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HARVESTHUB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9659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farm task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maintenance tracked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and harvest side by side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sections in the UI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UI, API, data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the team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farm team needs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1371600"/>
          </a:xfrm>
          <a:prstGeom prst="rect">
            <a:avLst/>
          </a:prstGeom>
          <a:solidFill>
            <a:srgbClr val="14301A"/>
          </a:solidFill>
          <a:ln w="12700">
            <a:solidFill>
              <a:srgbClr val="14301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&amp; Plans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78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records and planning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554480"/>
            <a:ext cx="1874520" cy="1371600"/>
          </a:xfrm>
          <a:prstGeom prst="rect">
            <a:avLst/>
          </a:prstGeom>
          <a:solidFill>
            <a:srgbClr val="F2F6EC"/>
          </a:solidFill>
          <a:ln w="12700">
            <a:solidFill>
              <a:srgbClr val="DCE5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88920" y="17373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679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Profile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578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data, farm details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554480"/>
            <a:ext cx="1874520" cy="1371600"/>
          </a:xfrm>
          <a:prstGeom prst="rect">
            <a:avLst/>
          </a:prstGeom>
          <a:solidFill>
            <a:srgbClr val="F2F6EC"/>
          </a:solidFill>
          <a:ln w="12700">
            <a:solidFill>
              <a:srgbClr val="DCE5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17373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079" y="18681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463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2578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activity tracking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20840" y="1554480"/>
            <a:ext cx="1874520" cy="1371600"/>
          </a:xfrm>
          <a:prstGeom prst="rect">
            <a:avLst/>
          </a:prstGeom>
          <a:solidFill>
            <a:srgbClr val="F2F6EC"/>
          </a:solidFill>
          <a:ln w="12700">
            <a:solidFill>
              <a:srgbClr val="DCE5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7373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479" y="18681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2578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108960"/>
            <a:ext cx="1874520" cy="1371600"/>
          </a:xfrm>
          <a:prstGeom prst="rect">
            <a:avLst/>
          </a:prstGeom>
          <a:solidFill>
            <a:srgbClr val="F2F6EC"/>
          </a:solidFill>
          <a:ln w="12700">
            <a:solidFill>
              <a:srgbClr val="DCE5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" y="34225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records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606040" y="3108960"/>
            <a:ext cx="1874520" cy="1371600"/>
          </a:xfrm>
          <a:prstGeom prst="rect">
            <a:avLst/>
          </a:prstGeom>
          <a:solidFill>
            <a:srgbClr val="F2F6EC"/>
          </a:solidFill>
          <a:ln w="12700">
            <a:solidFill>
              <a:srgbClr val="DCE5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88920" y="32918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9679" y="34225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78892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278892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monitoring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663440" y="3108960"/>
            <a:ext cx="1874520" cy="1371600"/>
          </a:xfrm>
          <a:prstGeom prst="rect">
            <a:avLst/>
          </a:prstGeom>
          <a:solidFill>
            <a:srgbClr val="F2F6EC"/>
          </a:solidFill>
          <a:ln w="12700">
            <a:solidFill>
              <a:srgbClr val="DCE5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46320" y="32918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7079" y="3422599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84632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484632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720840" y="3108960"/>
            <a:ext cx="1874520" cy="1371600"/>
          </a:xfrm>
          <a:prstGeom prst="rect">
            <a:avLst/>
          </a:prstGeom>
          <a:solidFill>
            <a:srgbClr val="14301A"/>
          </a:solidFill>
          <a:ln w="12700">
            <a:solidFill>
              <a:srgbClr val="14301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903720" y="329184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4479" y="3422599"/>
            <a:ext cx="241402" cy="2414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903720" y="3886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690372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rotation planning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clean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2468880"/>
          </a:xfrm>
          <a:prstGeom prst="rect">
            <a:avLst/>
          </a:prstGeom>
          <a:solidFill>
            <a:srgbClr val="1B412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9613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830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:4200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21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dashboards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 every page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guards on protected routes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383280" y="1554480"/>
            <a:ext cx="2377440" cy="2468880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1783080"/>
            <a:ext cx="685800" cy="685800"/>
          </a:xfrm>
          <a:prstGeom prst="ellipse">
            <a:avLst/>
          </a:prstGeom>
          <a:solidFill>
            <a:srgbClr val="14301A"/>
          </a:solidFill>
          <a:ln w="12700">
            <a:solidFill>
              <a:srgbClr val="14301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88" y="19613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89120" y="17830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&amp; logic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61188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registration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Farm, crop, harvest services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7607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6217920" y="1554480"/>
            <a:ext cx="2377440" cy="2468880"/>
          </a:xfrm>
          <a:prstGeom prst="rect">
            <a:avLst/>
          </a:prstGeom>
          <a:solidFill>
            <a:srgbClr val="1B412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46520" y="17830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196138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223760" y="17830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harvesthub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644652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44652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JPA-based persistence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 Harvesthub.sql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Maven and npm   •   Validated by GitHub Actions on every push and PR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plan to harvest in one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148840"/>
            <a:ext cx="694944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14301A"/>
          </a:solidFill>
          <a:ln w="12700">
            <a:solidFill>
              <a:srgbClr val="14301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293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plans and rotation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77440" y="169164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9293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35808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0574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05740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activities on fields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0" y="1691640"/>
            <a:ext cx="914400" cy="914400"/>
          </a:xfrm>
          <a:prstGeom prst="ellipse">
            <a:avLst/>
          </a:prstGeom>
          <a:solidFill>
            <a:srgbClr val="14301A"/>
          </a:solidFill>
          <a:ln w="12700">
            <a:solidFill>
              <a:srgbClr val="14301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19293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73168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79476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379476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service schedules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852160" y="169164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9293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10528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5321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53212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expense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589520" y="1691640"/>
            <a:ext cx="914400" cy="914400"/>
          </a:xfrm>
          <a:prstGeom prst="ellipse">
            <a:avLst/>
          </a:prstGeom>
          <a:solidFill>
            <a:srgbClr val="14301A"/>
          </a:solidFill>
          <a:ln w="12700">
            <a:solidFill>
              <a:srgbClr val="14301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192938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47888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2694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Harvest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726948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yields and results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ties it together, behind login-protected access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running in four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146304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1430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40480" y="1463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harvesthub;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240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(port 8083)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224028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1430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40480" y="22402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auth-backend &amp;&amp; ./mvnw spring-boot:run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(port 4200)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301752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1430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40480" y="30175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angular-auth &amp;&amp; npm install &amp;&amp; npm start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94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0" y="379476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1430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40480" y="37947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http://localhost:4200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Node.js 20+, Java 17+, MySQL and Git. Update MySQL credentials in application.properties if yours differ.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extended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solidFill>
            <a:srgbClr val="1B412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6916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63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874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15544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606040" y="1371600"/>
            <a:ext cx="1828800" cy="914400"/>
          </a:xfrm>
          <a:prstGeom prst="rect">
            <a:avLst/>
          </a:prstGeom>
          <a:solidFill>
            <a:srgbClr val="1B412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1572768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169164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1463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337560" y="1874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434840" y="15544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663440" y="1371600"/>
            <a:ext cx="1828800" cy="914400"/>
          </a:xfrm>
          <a:prstGeom prst="rect">
            <a:avLst/>
          </a:prstGeom>
          <a:solidFill>
            <a:srgbClr val="1B412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6320" y="1572768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69164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463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backend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1874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15544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720840" y="1371600"/>
            <a:ext cx="1828800" cy="914400"/>
          </a:xfrm>
          <a:prstGeom prst="rect">
            <a:avLst/>
          </a:prstGeom>
          <a:solidFill>
            <a:srgbClr val="1B412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03720" y="1572768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169164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52360" y="1463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frontend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1874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2514600"/>
            <a:ext cx="25603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7724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7724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and ./mvnw test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3291840" y="2514600"/>
            <a:ext cx="25603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352044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</a:t>
            </a:r>
            <a:endParaRPr lang="en-US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352044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modules, APIs, reporting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035040" y="2514600"/>
            <a:ext cx="25603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26364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Contribute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626364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build, open a PR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548640" y="361188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97BC62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931920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645920" y="3657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3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39" name="Text 32"/>
          <p:cNvSpPr txBox="1"/>
          <p:nvPr/>
        </p:nvSpPr>
        <p:spPr>
          <a:xfrm>
            <a:off x="1645920" y="4343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HarvestHub: practical farm management, ready to grow.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On-screen Show (16:9)</PresentationFormat>
  <Paragraphs>122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HarvestHub</dc:title>
  <dc:subject>PptxGenJS Presentation</dc:subject>
  <dc:creator>PptxGenJS</dc:creator>
  <cp:lastModifiedBy>Abhishek Verma</cp:lastModifiedBy>
  <cp:revision>1</cp:revision>
  <dcterms:created xsi:type="dcterms:W3CDTF">2026-10-01T06:00:54Z</dcterms:created>
  <dcterms:modified xsi:type="dcterms:W3CDTF">2026-10-01T06:02:41Z</dcterms:modified>
</cp:coreProperties>
</file>